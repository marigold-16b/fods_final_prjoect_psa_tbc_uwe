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5FDE4-984F-401F-7E29-B5DF9245B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54151-F416-7B68-A6D9-F072F6C3D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EBECB-A305-150F-85A0-F210A46D5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E056-E13E-425F-83CD-16F3B15CA0F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99B70-CCB0-2E36-A177-0C5CFB4CD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B3B48-DE90-7213-9E4F-ECEC93C78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E8C8E-59B5-457E-A62D-7D351847D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492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38CB-35AD-9BAF-D8E9-B75A6CFDB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2F1DE-591F-1757-3F3D-B42875F0E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65FD5-9AB8-2E48-B068-1D0187B8A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E056-E13E-425F-83CD-16F3B15CA0F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DB9D1-C5CB-1C5E-E241-D20AC919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7CF81-FE98-3057-E901-5B81CAA1B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E8C8E-59B5-457E-A62D-7D351847D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484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5BCB-0AC3-AEBF-96CE-A8C2B98E1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434D4-65E0-38DE-DCFF-3F671D412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A2471-97C8-AB51-69E9-A709B62FF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E056-E13E-425F-83CD-16F3B15CA0F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8462A-13CA-5B2C-DCD4-595947904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F4B57-C884-5749-EB56-3208AAFAC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E8C8E-59B5-457E-A62D-7D351847D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5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B060D-5013-B30F-14C4-E13823797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C2288-D48E-5866-E39A-2CE864B79A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39409-FC62-F936-4110-9CE28175C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28BD7-E474-11CD-3BC6-0713AD97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E056-E13E-425F-83CD-16F3B15CA0F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C2659-CB29-1B8D-D742-D105E4E15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D0987-3F1D-E031-50E0-AFC923C79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E8C8E-59B5-457E-A62D-7D351847D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51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C69C1-C66C-2CF1-891F-9EF1B12FD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58FBF-B040-E98B-6AC1-2A33CCE2D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DB531-D748-9B51-B2AB-A09F864AF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FD15D9-2812-918F-623C-4CFBE408D1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12C91D-7E8B-9A1B-8674-CEEDA3806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351129-543E-5D18-CDB8-ED95CF76F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E056-E13E-425F-83CD-16F3B15CA0F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86B67D-F853-6EAC-59C8-79C7E173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DE09C-C95A-5308-BD4B-CEA77B3F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E8C8E-59B5-457E-A62D-7D351847D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70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70864-8803-5A68-73BA-B9E312FA0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92C9D-582E-B762-C3F1-8685660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E056-E13E-425F-83CD-16F3B15CA0F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DC7190-8683-0BDE-3A6C-902877F2A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45FFA2-8190-B8A2-C038-DAC96BD08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E8C8E-59B5-457E-A62D-7D351847D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50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DBF4D7-858A-BE73-96F8-A217196E6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E056-E13E-425F-83CD-16F3B15CA0F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64D664-71E8-69B5-ED89-F49836C8A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AE5FC-A80D-5B7B-8CF8-C1A83366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E8C8E-59B5-457E-A62D-7D351847D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192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3B24-BC9B-9C5A-E5DD-7CC7638AF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CBCC4-94B5-D548-3BE5-167CDE13F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C40594-6B7E-5B9A-1CFC-79611C000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29686-9004-60FA-599D-295B2A139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E056-E13E-425F-83CD-16F3B15CA0F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C74BE-664B-16A3-0AB8-8169D971E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0A853-53F1-E5E7-96F2-7F74D98B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E8C8E-59B5-457E-A62D-7D351847D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25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862F6-5E0D-979B-3BAD-B7F74060A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ED26DA-97B0-9F6C-EAB5-0F007840D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97187-FD0E-1495-3797-61E34CD28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9F35F-8132-C0A4-67E8-7C010B3F8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E056-E13E-425F-83CD-16F3B15CA0F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A498F-E231-2526-7203-D5CCCE060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62102-479E-2F04-39F4-9C9BA57A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E8C8E-59B5-457E-A62D-7D351847D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659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F6B5B-0632-F4B9-54F2-63D394157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6A12C-1583-7F56-AC5E-B4F1DBBC8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3023F-14DF-8666-5C61-A7F652B60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E056-E13E-425F-83CD-16F3B15CA0F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72D7D-7F49-2A64-B387-D556E4FF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48B26-3076-2CCE-B1FE-BED92196B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E8C8E-59B5-457E-A62D-7D351847D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97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E058A8-60C0-7A9D-2B99-35E3C30F5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5BB6D6-1D01-8F06-0CBC-21F941DAC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8A3DF-F5BD-1134-1EAE-BFD786155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E056-E13E-425F-83CD-16F3B15CA0F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5ECF1-0618-C410-1C09-5D3D7A869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878EF-247D-F6AA-C299-7F442DD0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E8C8E-59B5-457E-A62D-7D351847D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654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A04DBA-DAE5-389F-EEC7-C00662C5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3EA10-09DE-F1EA-ECED-92327230C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3D554-B761-B251-4944-F200E6F6E2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65E056-E13E-425F-83CD-16F3B15CA0F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0F3B0-4BFF-7780-9363-C99B843097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1E7FD-79EE-01A5-8AED-239C9EECF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0E8C8E-59B5-457E-A62D-7D351847D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9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DB3D85-645B-1CD5-FBD2-344D0D751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639193"/>
            <a:ext cx="3571810" cy="3573516"/>
          </a:xfrm>
        </p:spPr>
        <p:txBody>
          <a:bodyPr>
            <a:normAutofit/>
          </a:bodyPr>
          <a:lstStyle/>
          <a:p>
            <a:pPr algn="l"/>
            <a:r>
              <a:rPr lang="en-US" sz="5100">
                <a:latin typeface="Times New Roman" panose="02020603050405020304" pitchFamily="18" charset="0"/>
                <a:cs typeface="Times New Roman" panose="02020603050405020304" pitchFamily="18" charset="0"/>
              </a:rPr>
              <a:t>Student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4E41C-1C61-0BE4-CEA1-E13997392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2" y="4631161"/>
            <a:ext cx="3571810" cy="1559327"/>
          </a:xfrm>
        </p:spPr>
        <p:txBody>
          <a:bodyPr>
            <a:normAutofit/>
          </a:bodyPr>
          <a:lstStyle/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2C3DD0-4C63-3AC4-9CE3-30C475563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5486400" y="640080"/>
            <a:ext cx="5550408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81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E7EDAB-BC24-38B5-399F-EACDF9A8C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000"/>
              <a:t>How Python Runs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3F21B-2681-52F0-7E3B-56261A773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Source code</a:t>
            </a:r>
          </a:p>
          <a:p>
            <a:r>
              <a:rPr lang="en-US" sz="2200"/>
              <a:t>Byte code</a:t>
            </a:r>
          </a:p>
          <a:p>
            <a:r>
              <a:rPr lang="en-US" sz="2200"/>
              <a:t>.pyc file</a:t>
            </a:r>
          </a:p>
          <a:p>
            <a:r>
              <a:rPr lang="en-US" sz="2200"/>
              <a:t>PVM</a:t>
            </a:r>
          </a:p>
          <a:p>
            <a:r>
              <a:rPr lang="en-US" sz="2200"/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367F1F-31AA-7671-1759-BAAB340E3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547736"/>
            <a:ext cx="6903720" cy="376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00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8541D-4D71-6129-F704-94CE03918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Student Management 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C4DA0-45D9-8117-05A1-6102F2576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 a management system to manage student profile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DEDCBF-05D7-E244-13A7-1F7FD87F40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845077"/>
            <a:ext cx="7214616" cy="514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31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DFDFDA-391D-EA45-5296-83C511060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OOPS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3B7BF-23EB-6FB5-F0B3-288982379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New way of writing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A057EC-DA48-1357-63FD-97632712C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236" y="640080"/>
            <a:ext cx="557784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691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1F324D-9A07-1DE9-5B81-1F618295F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Folder Structure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38C7EF-12FE-7B3F-B823-23ED6D440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For the modularity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106C0BD2-3BD6-1C2C-8548-7698528C3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748732"/>
            <a:ext cx="6903720" cy="536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443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BD008E-8838-D05B-6D1B-F92401A0E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Python library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6FE2B-5D12-A6C8-FA7B-E2ED27374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One of the reason that python is famous for.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250BB8-358D-5B23-AE3D-AEC78C15C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762438"/>
            <a:ext cx="6903720" cy="533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224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0A8E7B7-63D1-AB9E-6117-2287A9F8E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Members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7DF245-7707-28BD-81AA-3482268FA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Manoj Basnet</a:t>
            </a:r>
          </a:p>
          <a:p>
            <a:r>
              <a:rPr lang="en-US" dirty="0" err="1"/>
              <a:t>Agaman</a:t>
            </a:r>
            <a:r>
              <a:rPr lang="en-US" dirty="0"/>
              <a:t> Thapa</a:t>
            </a:r>
          </a:p>
          <a:p>
            <a:r>
              <a:rPr lang="en-US" dirty="0"/>
              <a:t>Abhishek Chimariya</a:t>
            </a:r>
          </a:p>
          <a:p>
            <a:r>
              <a:rPr lang="en-US" dirty="0" err="1"/>
              <a:t>Aashrey</a:t>
            </a:r>
            <a:r>
              <a:rPr lang="en-US" dirty="0"/>
              <a:t> Amatya</a:t>
            </a:r>
          </a:p>
        </p:txBody>
      </p:sp>
    </p:spTree>
    <p:extLst>
      <p:ext uri="{BB962C8B-B14F-4D97-AF65-F5344CB8AC3E}">
        <p14:creationId xmlns:p14="http://schemas.microsoft.com/office/powerpoint/2010/main" val="2483381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A733E4-036F-C180-ADE5-0E3F615E3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>
            <a:fillRect/>
          </a:stretch>
        </p:blipFill>
        <p:spPr>
          <a:xfrm>
            <a:off x="20" y="10"/>
            <a:ext cx="12191979" cy="54863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12192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B90C6B-C58C-3706-DAE5-1D2C5B2B8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6" y="5746071"/>
            <a:ext cx="7015499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Thank You..</a:t>
            </a:r>
          </a:p>
        </p:txBody>
      </p:sp>
    </p:spTree>
    <p:extLst>
      <p:ext uri="{BB962C8B-B14F-4D97-AF65-F5344CB8AC3E}">
        <p14:creationId xmlns:p14="http://schemas.microsoft.com/office/powerpoint/2010/main" val="158698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63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Student Management System</vt:lpstr>
      <vt:lpstr>How Python Runs</vt:lpstr>
      <vt:lpstr>Student Management  System</vt:lpstr>
      <vt:lpstr>OOPS</vt:lpstr>
      <vt:lpstr>Folder Structure</vt:lpstr>
      <vt:lpstr>Python library</vt:lpstr>
      <vt:lpstr>Team Members</vt:lpstr>
      <vt:lpstr>Thank You..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BASNET</dc:creator>
  <cp:lastModifiedBy>MANOJ BASNET</cp:lastModifiedBy>
  <cp:revision>1</cp:revision>
  <dcterms:created xsi:type="dcterms:W3CDTF">2026-04-19T16:51:27Z</dcterms:created>
  <dcterms:modified xsi:type="dcterms:W3CDTF">2026-04-19T17:12:47Z</dcterms:modified>
</cp:coreProperties>
</file>